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 flipH="1">
            <a:off x="1403648" y="1349479"/>
            <a:ext cx="21602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 flipV="1">
            <a:off x="3563888" y="1349479"/>
            <a:ext cx="936104" cy="432048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H="1">
            <a:off x="3563888" y="1349479"/>
            <a:ext cx="936104" cy="432048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H="1">
            <a:off x="4499992" y="1349479"/>
            <a:ext cx="21602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H="1">
            <a:off x="1403648" y="1781527"/>
            <a:ext cx="21602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H="1">
            <a:off x="4499992" y="1781527"/>
            <a:ext cx="216024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flipH="1">
            <a:off x="1403648" y="2213575"/>
            <a:ext cx="525658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H="1">
            <a:off x="1403648" y="2654334"/>
            <a:ext cx="525658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H="1">
            <a:off x="1403648" y="3086382"/>
            <a:ext cx="21602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H="1" flipV="1">
            <a:off x="3563888" y="3086382"/>
            <a:ext cx="936104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H="1">
            <a:off x="3563888" y="3086382"/>
            <a:ext cx="936104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4499992" y="3086382"/>
            <a:ext cx="21602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1403648" y="3518430"/>
            <a:ext cx="21602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H="1">
            <a:off x="4499992" y="3518430"/>
            <a:ext cx="21602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755576" y="1484784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SD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11560" y="105273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VCC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6732240" y="108815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VCC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6732240" y="152020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SD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467544" y="1916832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GND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6732240" y="1960965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GND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827584" y="321297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SI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6732240" y="319381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SI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6732240" y="281635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55576" y="2789639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SO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55576" y="2357591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SC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6732240" y="2393013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SC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2195736" y="548680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market</a:t>
            </a:r>
            <a:r>
              <a:rPr lang="fr-FR" sz="2800" dirty="0" smtClean="0"/>
              <a:t> </a:t>
            </a:r>
            <a:r>
              <a:rPr lang="fr-FR" sz="2800" dirty="0" err="1" smtClean="0"/>
              <a:t>cables</a:t>
            </a:r>
            <a:r>
              <a:rPr lang="fr-FR" sz="2800" dirty="0" smtClean="0"/>
              <a:t> </a:t>
            </a:r>
            <a:r>
              <a:rPr lang="fr-FR" sz="2800" dirty="0" err="1" smtClean="0"/>
              <a:t>wiring</a:t>
            </a:r>
            <a:endParaRPr lang="fr-FR" sz="2800" dirty="0"/>
          </a:p>
        </p:txBody>
      </p:sp>
      <p:pic>
        <p:nvPicPr>
          <p:cNvPr id="1026" name="Picture 2" descr="Peut inclure: Un panneau de signalisation triangulaire rouge avec un point d'exclamation noir au centr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1196752"/>
            <a:ext cx="896150" cy="7200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</Words>
  <Application>Microsoft Office PowerPoint</Application>
  <PresentationFormat>Affichage à l'écran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BOICHOT</dc:creator>
  <cp:lastModifiedBy>BOICHOT</cp:lastModifiedBy>
  <cp:revision>5</cp:revision>
  <dcterms:created xsi:type="dcterms:W3CDTF">2026-01-12T16:22:38Z</dcterms:created>
  <dcterms:modified xsi:type="dcterms:W3CDTF">2026-01-12T20:02:04Z</dcterms:modified>
</cp:coreProperties>
</file>